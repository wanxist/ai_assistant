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报销测试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出差住宿：北上广深每天450元，省会350元。出差补助80元每天。招待费人均150元。报销30日内提交。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