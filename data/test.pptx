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测试文档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AI应用工程师学习计划：Python基础、机器学习、深度学习、NLP、计算机视觉。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