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工作时间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NCS集团标准工作时间为周一至周五上午9:00至下午18:00，午休12:00-13:00，每日工作8小时。弹性工时经部门负责人批准可调整到岗时间为8:00-10:00。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