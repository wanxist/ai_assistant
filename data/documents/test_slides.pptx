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Assistant 平台介绍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文档解析 | RAG知识库 | Agent工具调用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支持PDF/Word/PPT/图片解析</a:t>
            </a:r>
          </a:p>
          <a:p>
            <a:r>
              <a:t>基于bge-large-zh的中文语义检索</a:t>
            </a:r>
          </a:p>
          <a:p>
            <a:r>
              <a:t>ReAct Agent自动工具调用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DeepSeek V4 Pro | bge-large-zh-v1.5 | pgvector</a:t>
            </a:r>
          </a:p>
          <a:p>
            <a:r>
              <a:t>LlamaIndex +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