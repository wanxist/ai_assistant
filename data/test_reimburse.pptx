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报销制度测试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出差住宿标准：北京上海广州深圳每天不超过450元，省会城市350元，其他城市260元。出差补助每人每天80元。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